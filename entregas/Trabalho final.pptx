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62238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6469408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66108454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2691728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578933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387439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0713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75723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5205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A9ECBD-38D3-1E6B-6C5A-3645AA2E11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33539B-206F-8C07-E29D-EDCD4D2CAA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20564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9493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095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AA52EB-FCA1-B1D0-B7F8-985F04857A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43FC55-1F82-EAAD-3443-92D6804E3A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2">
            <a:lumMod val="20000"/>
            <a:lumOff val="80000"/>
            <a:alpha val="2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1477108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pic>
        <p:nvPicPr>
          <p:cNvPr id="206098279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16903" y="0"/>
            <a:ext cx="10075095" cy="6858000"/>
          </a:xfrm>
          <a:prstGeom prst="rect">
            <a:avLst/>
          </a:prstGeom>
        </p:spPr>
      </p:pic>
      <p:sp>
        <p:nvSpPr>
          <p:cNvPr id="117228478" name=""/>
          <p:cNvSpPr/>
          <p:nvPr/>
        </p:nvSpPr>
        <p:spPr bwMode="auto">
          <a:xfrm flipH="0" flipV="0">
            <a:off x="2116903" y="1538840"/>
            <a:ext cx="4966844" cy="2387597"/>
          </a:xfrm>
          <a:prstGeom prst="rect">
            <a:avLst/>
          </a:prstGeom>
          <a:gradFill>
            <a:gsLst>
              <a:gs pos="33000">
                <a:schemeClr val="accent4">
                  <a:lumMod val="75000"/>
                  <a:alpha val="87000"/>
                </a:schemeClr>
              </a:gs>
              <a:gs pos="97000">
                <a:schemeClr val="accent2">
                  <a:alpha val="87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04706095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521205" y="1538840"/>
            <a:ext cx="6562541" cy="238759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>
              <a:defRPr sz="6000"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>
              <a:defRPr/>
            </a:pPr>
            <a:r>
              <a:rPr/>
              <a:t>CLICK TO EDIT MASTER TITLE </a:t>
            </a:r>
            <a:endParaRPr/>
          </a:p>
        </p:txBody>
      </p:sp>
      <p:sp>
        <p:nvSpPr>
          <p:cNvPr id="255793057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521205" y="4174089"/>
            <a:ext cx="6562138" cy="68365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l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 algn="l">
              <a:buNone/>
              <a:defRPr sz="18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772579376" name=""/>
          <p:cNvSpPr/>
          <p:nvPr/>
        </p:nvSpPr>
        <p:spPr bwMode="auto">
          <a:xfrm flipH="0" flipV="0">
            <a:off x="9527118" y="1337549"/>
            <a:ext cx="2664876" cy="580698"/>
          </a:xfrm>
          <a:prstGeom prst="rect">
            <a:avLst/>
          </a:prstGeom>
          <a:gradFill>
            <a:gsLst>
              <a:gs pos="33000">
                <a:schemeClr val="accent4">
                  <a:lumMod val="75000"/>
                  <a:alpha val="75000"/>
                </a:schemeClr>
              </a:gs>
              <a:gs pos="97000">
                <a:schemeClr val="accent2">
                  <a:lumMod val="60000"/>
                  <a:lumOff val="40000"/>
                  <a:alpha val="75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grpSp>
        <p:nvGrpSpPr>
          <p:cNvPr id="92461736" name=""/>
          <p:cNvGrpSpPr/>
          <p:nvPr/>
        </p:nvGrpSpPr>
        <p:grpSpPr bwMode="auto">
          <a:xfrm>
            <a:off x="443497" y="365683"/>
            <a:ext cx="1573308" cy="250886"/>
            <a:chOff x="0" y="0"/>
            <a:chExt cx="1573308" cy="250886"/>
          </a:xfrm>
        </p:grpSpPr>
        <p:sp>
          <p:nvSpPr>
            <p:cNvPr id="2006775498" name=""/>
            <p:cNvSpPr/>
            <p:nvPr/>
          </p:nvSpPr>
          <p:spPr bwMode="auto">
            <a:xfrm rot="5399942" flipH="0" flipV="0">
              <a:off x="691282" y="32625"/>
              <a:ext cx="162224" cy="185634"/>
            </a:xfrm>
            <a:prstGeom prst="triangle">
              <a:avLst>
                <a:gd name="adj" fmla="val 50000"/>
              </a:avLst>
            </a:prstGeom>
            <a:noFill/>
            <a:ln w="38099" cap="flat" cmpd="sng" algn="ctr">
              <a:solidFill>
                <a:schemeClr val="accent4">
                  <a:lumMod val="74901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58269074" name=""/>
            <p:cNvSpPr/>
            <p:nvPr/>
          </p:nvSpPr>
          <p:spPr bwMode="auto">
            <a:xfrm rot="5399942" flipH="1" flipV="1">
              <a:off x="954740" y="32625"/>
              <a:ext cx="162224" cy="185634"/>
            </a:xfrm>
            <a:prstGeom prst="triangle">
              <a:avLst>
                <a:gd name="adj" fmla="val 50000"/>
              </a:avLst>
            </a:prstGeom>
            <a:noFill/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53064246" name=""/>
            <p:cNvSpPr/>
            <p:nvPr/>
          </p:nvSpPr>
          <p:spPr bwMode="auto">
            <a:xfrm rot="5399942" flipH="0" flipV="0">
              <a:off x="1322419" y="0"/>
              <a:ext cx="250886" cy="250886"/>
            </a:xfrm>
            <a:prstGeom prst="plus">
              <a:avLst>
                <a:gd name="adj" fmla="val 40740"/>
              </a:avLst>
            </a:prstGeom>
            <a:gradFill>
              <a:gsLst>
                <a:gs pos="37000">
                  <a:schemeClr val="tx2">
                    <a:lumMod val="5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36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1639712729" name=""/>
            <p:cNvGrpSpPr/>
            <p:nvPr/>
          </p:nvGrpSpPr>
          <p:grpSpPr bwMode="auto">
            <a:xfrm>
              <a:off x="0" y="18593"/>
              <a:ext cx="511465" cy="213698"/>
              <a:chOff x="0" y="0"/>
              <a:chExt cx="511465" cy="213698"/>
            </a:xfrm>
          </p:grpSpPr>
          <p:sp>
            <p:nvSpPr>
              <p:cNvPr id="1204881824" name=""/>
              <p:cNvSpPr/>
              <p:nvPr/>
            </p:nvSpPr>
            <p:spPr bwMode="auto">
              <a:xfrm rot="0" flipH="0" flipV="0">
                <a:off x="0" y="0"/>
                <a:ext cx="155416" cy="213698"/>
              </a:xfrm>
              <a:prstGeom prst="parallelogram">
                <a:avLst>
                  <a:gd name="adj" fmla="val 46875"/>
                </a:avLst>
              </a:prstGeom>
              <a:solidFill>
                <a:schemeClr val="bg2">
                  <a:lumMod val="10000"/>
                  <a:alpha val="89999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sp>
            <p:nvSpPr>
              <p:cNvPr id="1327192358" name=""/>
              <p:cNvSpPr/>
              <p:nvPr/>
            </p:nvSpPr>
            <p:spPr bwMode="auto">
              <a:xfrm rot="0" flipH="0" flipV="0">
                <a:off x="200630" y="0"/>
                <a:ext cx="155416" cy="213698"/>
              </a:xfrm>
              <a:prstGeom prst="parallelogram">
                <a:avLst>
                  <a:gd name="adj" fmla="val 46875"/>
                </a:avLst>
              </a:prstGeom>
              <a:solidFill>
                <a:schemeClr val="bg2">
                  <a:lumMod val="10000"/>
                  <a:alpha val="89999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19132793" name=""/>
              <p:cNvSpPr/>
              <p:nvPr/>
            </p:nvSpPr>
            <p:spPr bwMode="auto">
              <a:xfrm rot="0" flipH="0" flipV="0">
                <a:off x="356049" y="0"/>
                <a:ext cx="155416" cy="213698"/>
              </a:xfrm>
              <a:prstGeom prst="parallelogram">
                <a:avLst>
                  <a:gd name="adj" fmla="val 46875"/>
                </a:avLst>
              </a:prstGeom>
              <a:solidFill>
                <a:schemeClr val="bg2">
                  <a:lumMod val="10000"/>
                  <a:alpha val="89999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2129892157" name=""/>
          <p:cNvSpPr/>
          <p:nvPr/>
        </p:nvSpPr>
        <p:spPr bwMode="auto">
          <a:xfrm rot="2689486" flipH="0" flipV="0">
            <a:off x="11234281" y="322778"/>
            <a:ext cx="603108" cy="603108"/>
          </a:xfrm>
          <a:prstGeom prst="plus">
            <a:avLst>
              <a:gd name="adj" fmla="val 40740"/>
            </a:avLst>
          </a:prstGeom>
          <a:gradFill>
            <a:gsLst>
              <a:gs pos="37000">
                <a:schemeClr val="accent4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208317" name=""/>
          <p:cNvSpPr/>
          <p:nvPr/>
        </p:nvSpPr>
        <p:spPr bwMode="auto">
          <a:xfrm rot="8067704" flipH="0" flipV="0">
            <a:off x="339480" y="6163659"/>
            <a:ext cx="369166" cy="369166"/>
          </a:xfrm>
          <a:prstGeom prst="plus">
            <a:avLst>
              <a:gd name="adj" fmla="val 40740"/>
            </a:avLst>
          </a:prstGeom>
          <a:gradFill>
            <a:gsLst>
              <a:gs pos="38000">
                <a:schemeClr val="accent4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0402045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1348041" y="6356349"/>
            <a:ext cx="2165241" cy="365122"/>
          </a:xfrm>
        </p:spPr>
        <p:txBody>
          <a:bodyPr/>
          <a:lstStyle/>
          <a:p>
            <a:pPr>
              <a:defRPr/>
            </a:pPr>
            <a:fld id="{3560AA7A-D782-B09F-3E90-2A391F140EB4}" type="datetimeFigureOut">
              <a:rPr/>
              <a:t/>
            </a:fld>
            <a:endParaRPr/>
          </a:p>
        </p:txBody>
      </p:sp>
      <p:sp>
        <p:nvSpPr>
          <p:cNvPr id="159682229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411035" y="6356349"/>
            <a:ext cx="4114800" cy="365122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71905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9423585" y="6356349"/>
            <a:ext cx="1930212" cy="365122"/>
          </a:xfrm>
        </p:spPr>
        <p:txBody>
          <a:bodyPr/>
          <a:lstStyle/>
          <a:p>
            <a:pPr>
              <a:defRPr/>
            </a:pPr>
            <a:fld id="{8AE23603-BA3D-1920-9A01-8FC9E0A4603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2">
            <a:lumMod val="20000"/>
            <a:lumOff val="80000"/>
            <a:alpha val="2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4255704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sp>
        <p:nvSpPr>
          <p:cNvPr id="206078153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348042" y="365123"/>
            <a:ext cx="10005754" cy="1325561"/>
          </a:xfrm>
          <a:prstGeom prst="rect">
            <a:avLst/>
          </a:prstGeom>
          <a:gradFill>
            <a:gsLst>
              <a:gs pos="4000">
                <a:schemeClr val="accent3">
                  <a:lumMod val="40000"/>
                  <a:lumOff val="60000"/>
                  <a:alpha val="60000"/>
                </a:schemeClr>
              </a:gs>
              <a:gs pos="74000">
                <a:schemeClr val="accent2">
                  <a:lumMod val="75000"/>
                  <a:alpha val="60000"/>
                </a:schemeClr>
              </a:gs>
            </a:gsLst>
            <a:lin ang="0" scaled="1"/>
          </a:gradFill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0380487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348042" y="1825623"/>
            <a:ext cx="10005754" cy="4351338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86323012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1348042" y="6356349"/>
            <a:ext cx="2165242" cy="365123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7279002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411035" y="6356349"/>
            <a:ext cx="4114800" cy="365123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915034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9423585" y="6356349"/>
            <a:ext cx="1930212" cy="365123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772396978" name=""/>
          <p:cNvSpPr/>
          <p:nvPr/>
        </p:nvSpPr>
        <p:spPr bwMode="auto">
          <a:xfrm flipH="0" flipV="0">
            <a:off x="680266" y="365123"/>
            <a:ext cx="297238" cy="1325561"/>
          </a:xfrm>
          <a:prstGeom prst="rect">
            <a:avLst/>
          </a:prstGeom>
          <a:gradFill>
            <a:gsLst>
              <a:gs pos="13000">
                <a:schemeClr val="accent4">
                  <a:lumMod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1">
            <a:lumMod val="7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5142820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138677865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348041" y="1825623"/>
            <a:ext cx="10005753" cy="4351338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32446023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1348041" y="6356349"/>
            <a:ext cx="2165241" cy="365122"/>
          </a:xfrm>
        </p:spPr>
        <p:txBody>
          <a:bodyPr/>
          <a:lstStyle/>
          <a:p>
            <a:pPr>
              <a:defRPr/>
            </a:pPr>
            <a:fld id="{26FE2C76-4A76-CCA6-3217-984B85CCB63B}" type="datetimeFigureOut">
              <a:rPr/>
              <a:t/>
            </a:fld>
            <a:endParaRPr/>
          </a:p>
        </p:txBody>
      </p:sp>
      <p:sp>
        <p:nvSpPr>
          <p:cNvPr id="63579436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411035" y="6356349"/>
            <a:ext cx="4114800" cy="365122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495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9423585" y="6356349"/>
            <a:ext cx="1930212" cy="365122"/>
          </a:xfrm>
        </p:spPr>
        <p:txBody>
          <a:bodyPr/>
          <a:lstStyle/>
          <a:p>
            <a:pPr>
              <a:defRPr/>
            </a:pPr>
            <a:fld id="{6CFE59E9-D9C0-BC7C-0D05-A31E61020F30}" type="slidenum">
              <a:rPr/>
              <a:t/>
            </a:fld>
            <a:endParaRPr/>
          </a:p>
        </p:txBody>
      </p:sp>
      <p:sp>
        <p:nvSpPr>
          <p:cNvPr id="1702863554" name=""/>
          <p:cNvSpPr/>
          <p:nvPr/>
        </p:nvSpPr>
        <p:spPr bwMode="auto">
          <a:xfrm rot="0" flipH="0" flipV="0">
            <a:off x="11455533" y="0"/>
            <a:ext cx="526914" cy="101325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7873791" name=""/>
          <p:cNvSpPr/>
          <p:nvPr/>
        </p:nvSpPr>
        <p:spPr bwMode="auto">
          <a:xfrm flipH="0" flipV="0">
            <a:off x="680265" y="365122"/>
            <a:ext cx="297239" cy="1325560"/>
          </a:xfrm>
          <a:prstGeom prst="rect">
            <a:avLst/>
          </a:prstGeom>
          <a:gradFill>
            <a:gsLst>
              <a:gs pos="0">
                <a:schemeClr val="tx2">
                  <a:lumMod val="50000"/>
                  <a:alpha val="99999"/>
                </a:schemeClr>
              </a:gs>
              <a:gs pos="100000">
                <a:schemeClr val="tx1">
                  <a:lumMod val="65000"/>
                  <a:lumOff val="35000"/>
                  <a:alpha val="99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781044012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1344166" y="365760"/>
            <a:ext cx="10009629" cy="1325560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5142435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1997391526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6682042" y="1835632"/>
            <a:ext cx="4671754" cy="4351338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62217757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1348042" y="1835632"/>
            <a:ext cx="4671754" cy="4351338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10377142" name=""/>
          <p:cNvSpPr/>
          <p:nvPr/>
        </p:nvSpPr>
        <p:spPr bwMode="auto">
          <a:xfrm flipH="0" flipV="0">
            <a:off x="680265" y="365123"/>
            <a:ext cx="297238" cy="1325561"/>
          </a:xfrm>
          <a:prstGeom prst="rect">
            <a:avLst/>
          </a:prstGeom>
          <a:gradFill>
            <a:gsLst>
              <a:gs pos="13000">
                <a:schemeClr val="accent4">
                  <a:lumMod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468556516" name=""/>
          <p:cNvSpPr/>
          <p:nvPr/>
        </p:nvSpPr>
        <p:spPr bwMode="auto">
          <a:xfrm flipH="0" flipV="0">
            <a:off x="309728" y="1690698"/>
            <a:ext cx="370535" cy="5167310"/>
          </a:xfrm>
          <a:prstGeom prst="rect">
            <a:avLst/>
          </a:prstGeom>
          <a:gradFill>
            <a:gsLst>
              <a:gs pos="1000">
                <a:schemeClr val="accent2">
                  <a:lumMod val="75000"/>
                  <a:alpha val="26000"/>
                </a:schemeClr>
              </a:gs>
              <a:gs pos="33000">
                <a:schemeClr val="accent4">
                  <a:lumMod val="75000"/>
                  <a:alpha val="26000"/>
                </a:schemeClr>
              </a:gs>
              <a:gs pos="77000">
                <a:schemeClr val="accent2">
                  <a:lumMod val="60000"/>
                  <a:lumOff val="40000"/>
                  <a:alpha val="26000"/>
                </a:schemeClr>
              </a:gs>
              <a:gs pos="96000">
                <a:schemeClr val="accent2">
                  <a:lumMod val="20000"/>
                  <a:lumOff val="80000"/>
                  <a:alpha val="2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746490552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1348042" y="6356349"/>
            <a:ext cx="2165241" cy="365123"/>
          </a:xfrm>
        </p:spPr>
        <p:txBody>
          <a:bodyPr/>
          <a:lstStyle/>
          <a:p>
            <a:pPr>
              <a:defRPr/>
            </a:pPr>
            <a:fld id="{4AB3C129-C076-B368-0729-A0E8CDBAFC39}" type="datetimeFigureOut">
              <a:rPr/>
              <a:t/>
            </a:fld>
            <a:endParaRPr/>
          </a:p>
        </p:txBody>
      </p:sp>
      <p:sp>
        <p:nvSpPr>
          <p:cNvPr id="46066436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411035" y="6356349"/>
            <a:ext cx="4114800" cy="365123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38134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9423585" y="6356349"/>
            <a:ext cx="1930212" cy="365123"/>
          </a:xfrm>
        </p:spPr>
        <p:txBody>
          <a:bodyPr/>
          <a:lstStyle/>
          <a:p>
            <a:pPr>
              <a:defRPr/>
            </a:pPr>
            <a:fld id="{2BE5FAE7-3F25-5C67-24AC-97690EF96DAC}" type="slidenum">
              <a:rPr/>
              <a:t/>
            </a:fld>
            <a:endParaRPr/>
          </a:p>
        </p:txBody>
      </p:sp>
      <p:grpSp>
        <p:nvGrpSpPr>
          <p:cNvPr id="1432938373" name=""/>
          <p:cNvGrpSpPr/>
          <p:nvPr/>
        </p:nvGrpSpPr>
        <p:grpSpPr bwMode="auto">
          <a:xfrm>
            <a:off x="6534150" y="1667824"/>
            <a:ext cx="4827909" cy="45720"/>
            <a:chOff x="0" y="0"/>
            <a:chExt cx="4827909" cy="45720"/>
          </a:xfrm>
        </p:grpSpPr>
        <p:grpSp>
          <p:nvGrpSpPr>
            <p:cNvPr id="2094869100" name=""/>
            <p:cNvGrpSpPr/>
            <p:nvPr/>
          </p:nvGrpSpPr>
          <p:grpSpPr bwMode="auto">
            <a:xfrm flipH="0" flipV="0">
              <a:off x="0" y="0"/>
              <a:ext cx="1584146" cy="45720"/>
              <a:chOff x="0" y="0"/>
              <a:chExt cx="1584146" cy="45720"/>
            </a:xfrm>
          </p:grpSpPr>
          <p:sp>
            <p:nvSpPr>
              <p:cNvPr id="1275821450" name=""/>
              <p:cNvSpPr/>
              <p:nvPr/>
            </p:nvSpPr>
            <p:spPr bwMode="auto">
              <a:xfrm rot="0" flipH="0" flipV="0">
                <a:off x="0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90476560" name=""/>
              <p:cNvSpPr/>
              <p:nvPr/>
            </p:nvSpPr>
            <p:spPr bwMode="auto">
              <a:xfrm rot="0" flipH="0" flipV="0">
                <a:off x="85564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39858989" name=""/>
              <p:cNvSpPr/>
              <p:nvPr/>
            </p:nvSpPr>
            <p:spPr bwMode="auto">
              <a:xfrm rot="0" flipH="0" flipV="0">
                <a:off x="171130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33258464" name=""/>
              <p:cNvSpPr/>
              <p:nvPr/>
            </p:nvSpPr>
            <p:spPr bwMode="auto">
              <a:xfrm rot="0" flipH="0" flipV="0">
                <a:off x="256696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57142453" name=""/>
              <p:cNvSpPr/>
              <p:nvPr/>
            </p:nvSpPr>
            <p:spPr bwMode="auto">
              <a:xfrm rot="0" flipH="0" flipV="0">
                <a:off x="342262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39796856" name=""/>
              <p:cNvSpPr/>
              <p:nvPr/>
            </p:nvSpPr>
            <p:spPr bwMode="auto">
              <a:xfrm rot="0" flipH="0" flipV="0">
                <a:off x="427828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88578155" name=""/>
              <p:cNvSpPr/>
              <p:nvPr/>
            </p:nvSpPr>
            <p:spPr bwMode="auto">
              <a:xfrm rot="0" flipH="0" flipV="0">
                <a:off x="513394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825883676" name=""/>
              <p:cNvSpPr/>
              <p:nvPr/>
            </p:nvSpPr>
            <p:spPr bwMode="auto">
              <a:xfrm rot="0" flipH="0" flipV="0">
                <a:off x="598960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16062163" name=""/>
              <p:cNvSpPr/>
              <p:nvPr/>
            </p:nvSpPr>
            <p:spPr bwMode="auto">
              <a:xfrm rot="0" flipH="0" flipV="0">
                <a:off x="684526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86581939" name=""/>
              <p:cNvSpPr/>
              <p:nvPr/>
            </p:nvSpPr>
            <p:spPr bwMode="auto">
              <a:xfrm rot="0" flipH="0" flipV="0">
                <a:off x="770092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67397139" name=""/>
              <p:cNvSpPr/>
              <p:nvPr/>
            </p:nvSpPr>
            <p:spPr bwMode="auto">
              <a:xfrm rot="0" flipH="0" flipV="0">
                <a:off x="855658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40971471" name=""/>
              <p:cNvSpPr/>
              <p:nvPr/>
            </p:nvSpPr>
            <p:spPr bwMode="auto">
              <a:xfrm rot="0" flipH="0" flipV="0">
                <a:off x="941223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50839457" name=""/>
              <p:cNvSpPr/>
              <p:nvPr/>
            </p:nvSpPr>
            <p:spPr bwMode="auto">
              <a:xfrm rot="0" flipH="0" flipV="0">
                <a:off x="1026789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30782238" name=""/>
              <p:cNvSpPr/>
              <p:nvPr/>
            </p:nvSpPr>
            <p:spPr bwMode="auto">
              <a:xfrm rot="0" flipH="0" flipV="0">
                <a:off x="1112355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65961447" name=""/>
              <p:cNvSpPr/>
              <p:nvPr/>
            </p:nvSpPr>
            <p:spPr bwMode="auto">
              <a:xfrm rot="0" flipH="0" flipV="0">
                <a:off x="1197921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51229818" name=""/>
              <p:cNvSpPr/>
              <p:nvPr/>
            </p:nvSpPr>
            <p:spPr bwMode="auto">
              <a:xfrm rot="0" flipH="0" flipV="0">
                <a:off x="1283487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28223662" name=""/>
              <p:cNvSpPr/>
              <p:nvPr/>
            </p:nvSpPr>
            <p:spPr bwMode="auto">
              <a:xfrm rot="0" flipH="0" flipV="0">
                <a:off x="1369053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84474144" name=""/>
              <p:cNvSpPr/>
              <p:nvPr/>
            </p:nvSpPr>
            <p:spPr bwMode="auto">
              <a:xfrm rot="0" flipH="0" flipV="0">
                <a:off x="1454619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51719436" name=""/>
              <p:cNvSpPr/>
              <p:nvPr/>
            </p:nvSpPr>
            <p:spPr bwMode="auto">
              <a:xfrm rot="0" flipH="0" flipV="0">
                <a:off x="1540185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938270259" name=""/>
            <p:cNvGrpSpPr/>
            <p:nvPr/>
          </p:nvGrpSpPr>
          <p:grpSpPr bwMode="auto">
            <a:xfrm flipH="0" flipV="0">
              <a:off x="1629976" y="0"/>
              <a:ext cx="1584146" cy="45720"/>
              <a:chOff x="0" y="0"/>
              <a:chExt cx="1584146" cy="45720"/>
            </a:xfrm>
          </p:grpSpPr>
          <p:sp>
            <p:nvSpPr>
              <p:cNvPr id="1037397043" name=""/>
              <p:cNvSpPr/>
              <p:nvPr/>
            </p:nvSpPr>
            <p:spPr bwMode="auto">
              <a:xfrm rot="0" flipH="0" flipV="0">
                <a:off x="0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63138263" name=""/>
              <p:cNvSpPr/>
              <p:nvPr/>
            </p:nvSpPr>
            <p:spPr bwMode="auto">
              <a:xfrm rot="0" flipH="0" flipV="0">
                <a:off x="85564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22469812" name=""/>
              <p:cNvSpPr/>
              <p:nvPr/>
            </p:nvSpPr>
            <p:spPr bwMode="auto">
              <a:xfrm rot="0" flipH="0" flipV="0">
                <a:off x="171130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24111854" name=""/>
              <p:cNvSpPr/>
              <p:nvPr/>
            </p:nvSpPr>
            <p:spPr bwMode="auto">
              <a:xfrm rot="0" flipH="0" flipV="0">
                <a:off x="256696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62818647" name=""/>
              <p:cNvSpPr/>
              <p:nvPr/>
            </p:nvSpPr>
            <p:spPr bwMode="auto">
              <a:xfrm rot="0" flipH="0" flipV="0">
                <a:off x="342262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62435005" name=""/>
              <p:cNvSpPr/>
              <p:nvPr/>
            </p:nvSpPr>
            <p:spPr bwMode="auto">
              <a:xfrm rot="0" flipH="0" flipV="0">
                <a:off x="427828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82667115" name=""/>
              <p:cNvSpPr/>
              <p:nvPr/>
            </p:nvSpPr>
            <p:spPr bwMode="auto">
              <a:xfrm rot="0" flipH="0" flipV="0">
                <a:off x="513394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89868568" name=""/>
              <p:cNvSpPr/>
              <p:nvPr/>
            </p:nvSpPr>
            <p:spPr bwMode="auto">
              <a:xfrm rot="0" flipH="0" flipV="0">
                <a:off x="598960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58894730" name=""/>
              <p:cNvSpPr/>
              <p:nvPr/>
            </p:nvSpPr>
            <p:spPr bwMode="auto">
              <a:xfrm rot="0" flipH="0" flipV="0">
                <a:off x="684526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77337188" name=""/>
              <p:cNvSpPr/>
              <p:nvPr/>
            </p:nvSpPr>
            <p:spPr bwMode="auto">
              <a:xfrm rot="0" flipH="0" flipV="0">
                <a:off x="770092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39067493" name=""/>
              <p:cNvSpPr/>
              <p:nvPr/>
            </p:nvSpPr>
            <p:spPr bwMode="auto">
              <a:xfrm rot="0" flipH="0" flipV="0">
                <a:off x="855658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18969984" name=""/>
              <p:cNvSpPr/>
              <p:nvPr/>
            </p:nvSpPr>
            <p:spPr bwMode="auto">
              <a:xfrm rot="0" flipH="0" flipV="0">
                <a:off x="941223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81137386" name=""/>
              <p:cNvSpPr/>
              <p:nvPr/>
            </p:nvSpPr>
            <p:spPr bwMode="auto">
              <a:xfrm rot="0" flipH="0" flipV="0">
                <a:off x="1026789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79839382" name=""/>
              <p:cNvSpPr/>
              <p:nvPr/>
            </p:nvSpPr>
            <p:spPr bwMode="auto">
              <a:xfrm rot="0" flipH="0" flipV="0">
                <a:off x="1112355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15445190" name=""/>
              <p:cNvSpPr/>
              <p:nvPr/>
            </p:nvSpPr>
            <p:spPr bwMode="auto">
              <a:xfrm rot="0" flipH="0" flipV="0">
                <a:off x="1197921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97233233" name=""/>
              <p:cNvSpPr/>
              <p:nvPr/>
            </p:nvSpPr>
            <p:spPr bwMode="auto">
              <a:xfrm rot="0" flipH="0" flipV="0">
                <a:off x="1283487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09721315" name=""/>
              <p:cNvSpPr/>
              <p:nvPr/>
            </p:nvSpPr>
            <p:spPr bwMode="auto">
              <a:xfrm rot="0" flipH="0" flipV="0">
                <a:off x="1369053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91330484" name=""/>
              <p:cNvSpPr/>
              <p:nvPr/>
            </p:nvSpPr>
            <p:spPr bwMode="auto">
              <a:xfrm rot="0" flipH="0" flipV="0">
                <a:off x="1454619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2664343" name=""/>
              <p:cNvSpPr/>
              <p:nvPr/>
            </p:nvSpPr>
            <p:spPr bwMode="auto">
              <a:xfrm rot="0" flipH="0" flipV="0">
                <a:off x="1540185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605175981" name=""/>
            <p:cNvGrpSpPr/>
            <p:nvPr/>
          </p:nvGrpSpPr>
          <p:grpSpPr bwMode="auto">
            <a:xfrm flipH="0" flipV="0">
              <a:off x="3243762" y="0"/>
              <a:ext cx="1584146" cy="45720"/>
              <a:chOff x="0" y="0"/>
              <a:chExt cx="1584146" cy="45720"/>
            </a:xfrm>
          </p:grpSpPr>
          <p:sp>
            <p:nvSpPr>
              <p:cNvPr id="1869559405" name=""/>
              <p:cNvSpPr/>
              <p:nvPr/>
            </p:nvSpPr>
            <p:spPr bwMode="auto">
              <a:xfrm rot="0" flipH="0" flipV="0">
                <a:off x="0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00106230" name=""/>
              <p:cNvSpPr/>
              <p:nvPr/>
            </p:nvSpPr>
            <p:spPr bwMode="auto">
              <a:xfrm rot="0" flipH="0" flipV="0">
                <a:off x="85564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02104637" name=""/>
              <p:cNvSpPr/>
              <p:nvPr/>
            </p:nvSpPr>
            <p:spPr bwMode="auto">
              <a:xfrm rot="0" flipH="0" flipV="0">
                <a:off x="171130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856643583" name=""/>
              <p:cNvSpPr/>
              <p:nvPr/>
            </p:nvSpPr>
            <p:spPr bwMode="auto">
              <a:xfrm rot="0" flipH="0" flipV="0">
                <a:off x="256696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76237435" name=""/>
              <p:cNvSpPr/>
              <p:nvPr/>
            </p:nvSpPr>
            <p:spPr bwMode="auto">
              <a:xfrm rot="0" flipH="0" flipV="0">
                <a:off x="342262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12681248" name=""/>
              <p:cNvSpPr/>
              <p:nvPr/>
            </p:nvSpPr>
            <p:spPr bwMode="auto">
              <a:xfrm rot="0" flipH="0" flipV="0">
                <a:off x="427828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9156185" name=""/>
              <p:cNvSpPr/>
              <p:nvPr/>
            </p:nvSpPr>
            <p:spPr bwMode="auto">
              <a:xfrm rot="0" flipH="0" flipV="0">
                <a:off x="513394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17385913" name=""/>
              <p:cNvSpPr/>
              <p:nvPr/>
            </p:nvSpPr>
            <p:spPr bwMode="auto">
              <a:xfrm rot="0" flipH="0" flipV="0">
                <a:off x="598960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53259834" name=""/>
              <p:cNvSpPr/>
              <p:nvPr/>
            </p:nvSpPr>
            <p:spPr bwMode="auto">
              <a:xfrm rot="0" flipH="0" flipV="0">
                <a:off x="684526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31262493" name=""/>
              <p:cNvSpPr/>
              <p:nvPr/>
            </p:nvSpPr>
            <p:spPr bwMode="auto">
              <a:xfrm rot="0" flipH="0" flipV="0">
                <a:off x="770092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34494259" name=""/>
              <p:cNvSpPr/>
              <p:nvPr/>
            </p:nvSpPr>
            <p:spPr bwMode="auto">
              <a:xfrm rot="0" flipH="0" flipV="0">
                <a:off x="855658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31373255" name=""/>
              <p:cNvSpPr/>
              <p:nvPr/>
            </p:nvSpPr>
            <p:spPr bwMode="auto">
              <a:xfrm rot="0" flipH="0" flipV="0">
                <a:off x="941223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21636880" name=""/>
              <p:cNvSpPr/>
              <p:nvPr/>
            </p:nvSpPr>
            <p:spPr bwMode="auto">
              <a:xfrm rot="0" flipH="0" flipV="0">
                <a:off x="1026789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90165133" name=""/>
              <p:cNvSpPr/>
              <p:nvPr/>
            </p:nvSpPr>
            <p:spPr bwMode="auto">
              <a:xfrm rot="0" flipH="0" flipV="0">
                <a:off x="1112355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1681787" name=""/>
              <p:cNvSpPr/>
              <p:nvPr/>
            </p:nvSpPr>
            <p:spPr bwMode="auto">
              <a:xfrm rot="0" flipH="0" flipV="0">
                <a:off x="1197921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54964699" name=""/>
              <p:cNvSpPr/>
              <p:nvPr/>
            </p:nvSpPr>
            <p:spPr bwMode="auto">
              <a:xfrm rot="0" flipH="0" flipV="0">
                <a:off x="1283487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87177676" name=""/>
              <p:cNvSpPr/>
              <p:nvPr/>
            </p:nvSpPr>
            <p:spPr bwMode="auto">
              <a:xfrm rot="0" flipH="0" flipV="0">
                <a:off x="1369053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97231694" name=""/>
              <p:cNvSpPr/>
              <p:nvPr/>
            </p:nvSpPr>
            <p:spPr bwMode="auto">
              <a:xfrm rot="0" flipH="0" flipV="0">
                <a:off x="1454619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19774482" name=""/>
              <p:cNvSpPr/>
              <p:nvPr/>
            </p:nvSpPr>
            <p:spPr bwMode="auto">
              <a:xfrm rot="0" flipH="0" flipV="0">
                <a:off x="1540185" y="0"/>
                <a:ext cx="43960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1650507521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1344166" y="365760"/>
            <a:ext cx="10005753" cy="1325560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8473224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rcRect l="0" t="1225" r="0" b="0"/>
          <a:stretch/>
        </p:blipFill>
        <p:spPr bwMode="auto">
          <a:xfrm flipH="0" flipV="0">
            <a:off x="0" y="10582"/>
            <a:ext cx="12191997" cy="6824523"/>
          </a:xfrm>
          <a:prstGeom prst="rect">
            <a:avLst/>
          </a:prstGeom>
        </p:spPr>
      </p:pic>
      <p:sp>
        <p:nvSpPr>
          <p:cNvPr id="120639007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7" y="1709735"/>
            <a:ext cx="5782699" cy="202406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4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40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4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40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40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4000"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 sz="4000"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 sz="4000"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 sz="4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96757920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8197" y="3733798"/>
            <a:ext cx="5776348" cy="1500184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219929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728C431-DBF7-D10C-75C5-4D1B96BF10E4}" type="datetimeFigureOut">
              <a:rPr/>
              <a:t/>
            </a:fld>
            <a:endParaRPr/>
          </a:p>
        </p:txBody>
      </p:sp>
      <p:sp>
        <p:nvSpPr>
          <p:cNvPr id="18518561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97253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0EADA8B-F9A9-8072-FCC9-5BB9C51D8D50}" type="slidenum">
              <a:rPr/>
              <a:t/>
            </a:fld>
            <a:endParaRPr/>
          </a:p>
        </p:txBody>
      </p:sp>
      <p:pic>
        <p:nvPicPr>
          <p:cNvPr id="216970572" name=""/>
          <p:cNvPicPr>
            <a:picLocks noChangeAspect="1"/>
          </p:cNvPicPr>
          <p:nvPr/>
        </p:nvPicPr>
        <p:blipFill rotWithShape="1">
          <a:blip r:embed="rId3"/>
          <a:srcRect l="0" t="0" r="0" b="3272"/>
          <a:stretch/>
        </p:blipFill>
        <p:spPr bwMode="auto">
          <a:xfrm flipH="0" flipV="0">
            <a:off x="8337744" y="540057"/>
            <a:ext cx="3288910" cy="2181708"/>
          </a:xfrm>
          <a:prstGeom prst="rect">
            <a:avLst/>
          </a:prstGeom>
        </p:spPr>
      </p:pic>
      <p:sp>
        <p:nvSpPr>
          <p:cNvPr id="454959792" name=""/>
          <p:cNvSpPr/>
          <p:nvPr/>
        </p:nvSpPr>
        <p:spPr bwMode="auto">
          <a:xfrm rot="0" flipH="0" flipV="0">
            <a:off x="8096248" y="439794"/>
            <a:ext cx="3668290" cy="2489229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94901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671852143" name=""/>
          <p:cNvCxnSpPr/>
          <p:nvPr/>
        </p:nvCxnSpPr>
        <p:spPr bwMode="auto">
          <a:xfrm flipH="1" flipV="0">
            <a:off x="7609866" y="2929023"/>
            <a:ext cx="486380" cy="425583"/>
          </a:xfrm>
          <a:prstGeom prst="line">
            <a:avLst/>
          </a:prstGeom>
          <a:ln w="28575" cap="flat" cmpd="sng" algn="ctr">
            <a:solidFill>
              <a:schemeClr val="bg1">
                <a:lumMod val="94901"/>
              </a:schemeClr>
            </a:solidFill>
            <a:prstDash val="sys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2977046" name=""/>
          <p:cNvSpPr/>
          <p:nvPr/>
        </p:nvSpPr>
        <p:spPr bwMode="auto">
          <a:xfrm rot="0" flipH="0" flipV="0">
            <a:off x="10033722" y="6663647"/>
            <a:ext cx="2164914" cy="186241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8321749" name=""/>
          <p:cNvSpPr/>
          <p:nvPr/>
        </p:nvSpPr>
        <p:spPr bwMode="auto">
          <a:xfrm rot="5399909" flipH="0" flipV="0">
            <a:off x="11310282" y="5860827"/>
            <a:ext cx="454259" cy="454259"/>
          </a:xfrm>
          <a:prstGeom prst="plus">
            <a:avLst>
              <a:gd name="adj" fmla="val 40740"/>
            </a:avLst>
          </a:prstGeom>
          <a:gradFill>
            <a:gsLst>
              <a:gs pos="38000">
                <a:schemeClr val="accent4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7605226" name=""/>
          <p:cNvSpPr/>
          <p:nvPr/>
        </p:nvSpPr>
        <p:spPr bwMode="auto">
          <a:xfrm flipH="0" flipV="0">
            <a:off x="534609" y="1709735"/>
            <a:ext cx="297237" cy="1325560"/>
          </a:xfrm>
          <a:prstGeom prst="rect">
            <a:avLst/>
          </a:prstGeom>
          <a:gradFill>
            <a:gsLst>
              <a:gs pos="54000">
                <a:schemeClr val="accent4">
                  <a:lumMod val="75000"/>
                  <a:alpha val="89999"/>
                </a:schemeClr>
              </a:gs>
              <a:gs pos="100000">
                <a:schemeClr val="accent2">
                  <a:alpha val="89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357908643" name=""/>
          <p:cNvPicPr>
            <a:picLocks noChangeAspect="1"/>
          </p:cNvPicPr>
          <p:nvPr/>
        </p:nvPicPr>
        <p:blipFill rotWithShape="1">
          <a:blip r:embed="rId3"/>
          <a:srcRect l="23300" t="1322" r="47992" b="67300"/>
          <a:stretch/>
        </p:blipFill>
        <p:spPr bwMode="auto">
          <a:xfrm flipH="0" flipV="0">
            <a:off x="6665745" y="3379941"/>
            <a:ext cx="944119" cy="707715"/>
          </a:xfrm>
          <a:prstGeom prst="rect">
            <a:avLst/>
          </a:prstGeom>
          <a:ln w="28575">
            <a:solidFill>
              <a:schemeClr val="bg1">
                <a:lumMod val="94901"/>
              </a:schemeClr>
            </a:solidFill>
            <a:prstDash val="solid"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3074274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18917079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348042" y="365123"/>
            <a:ext cx="10007342" cy="1325561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51669883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6704266" y="1690686"/>
            <a:ext cx="4649529" cy="823910"/>
          </a:xfrm>
          <a:prstGeom prst="rect">
            <a:avLst/>
          </a:prstGeom>
          <a:gradFill>
            <a:gsLst>
              <a:gs pos="4000">
                <a:schemeClr val="accent3">
                  <a:lumMod val="40000"/>
                  <a:lumOff val="60000"/>
                  <a:alpha val="80000"/>
                </a:schemeClr>
              </a:gs>
              <a:gs pos="74000">
                <a:schemeClr val="accent4">
                  <a:lumMod val="75000"/>
                  <a:alpha val="80000"/>
                </a:schemeClr>
              </a:gs>
            </a:gsLst>
            <a:lin ang="0" scaled="1"/>
          </a:gra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85095500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1348042" y="2505073"/>
            <a:ext cx="4649529" cy="3684586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39873804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1346454" y="1681161"/>
            <a:ext cx="4651119" cy="823910"/>
          </a:xfrm>
          <a:prstGeom prst="rect">
            <a:avLst/>
          </a:prstGeom>
          <a:gradFill>
            <a:gsLst>
              <a:gs pos="4000">
                <a:schemeClr val="accent3">
                  <a:lumMod val="40000"/>
                  <a:lumOff val="60000"/>
                  <a:alpha val="60000"/>
                </a:schemeClr>
              </a:gs>
              <a:gs pos="74000">
                <a:schemeClr val="accent2">
                  <a:lumMod val="75000"/>
                  <a:alpha val="60000"/>
                </a:schemeClr>
              </a:gs>
            </a:gsLst>
            <a:lin ang="0" scaled="1"/>
          </a:gra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771105188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6704266" y="2505072"/>
            <a:ext cx="4651119" cy="3684586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68916985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1348042" y="6356349"/>
            <a:ext cx="2165241" cy="365123"/>
          </a:xfrm>
        </p:spPr>
        <p:txBody>
          <a:bodyPr/>
          <a:lstStyle/>
          <a:p>
            <a:pPr>
              <a:defRPr/>
            </a:pPr>
            <a:fld id="{91533DB1-39E8-5C9C-764B-9C1D960D7D9D}" type="datetimeFigureOut">
              <a:rPr/>
              <a:t/>
            </a:fld>
            <a:endParaRPr/>
          </a:p>
        </p:txBody>
      </p:sp>
      <p:sp>
        <p:nvSpPr>
          <p:cNvPr id="161781070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411035" y="6356349"/>
            <a:ext cx="4114800" cy="365123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287713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9423585" y="6356349"/>
            <a:ext cx="1930212" cy="365123"/>
          </a:xfrm>
        </p:spPr>
        <p:txBody>
          <a:bodyPr/>
          <a:lstStyle/>
          <a:p>
            <a:pPr>
              <a:defRPr/>
            </a:pPr>
            <a:fld id="{A177D497-9FE9-A99B-12B1-8F5291FF869E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31505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348041" y="457198"/>
            <a:ext cx="3423980" cy="1600200"/>
          </a:xfrm>
        </p:spPr>
        <p:txBody>
          <a:bodyPr anchor="b"/>
          <a:lstStyle>
            <a:lvl1pPr>
              <a:defRPr sz="32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54136105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6" y="457198"/>
            <a:ext cx="6172200" cy="541178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2077294659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1348041" y="2057400"/>
            <a:ext cx="3423980" cy="3811586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430436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44243922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93433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pic>
        <p:nvPicPr>
          <p:cNvPr id="266088169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rcRect l="0" t="1225" r="0" b="0"/>
          <a:stretch/>
        </p:blipFill>
        <p:spPr bwMode="auto">
          <a:xfrm flipH="0" flipV="0">
            <a:off x="0" y="10581"/>
            <a:ext cx="12191997" cy="6824522"/>
          </a:xfrm>
          <a:prstGeom prst="rect">
            <a:avLst/>
          </a:prstGeom>
        </p:spPr>
      </p:pic>
      <p:sp>
        <p:nvSpPr>
          <p:cNvPr id="214732485" name=""/>
          <p:cNvSpPr/>
          <p:nvPr/>
        </p:nvSpPr>
        <p:spPr bwMode="auto">
          <a:xfrm rot="0" flipH="0" flipV="0">
            <a:off x="0" y="0"/>
            <a:ext cx="2164914" cy="186241"/>
          </a:xfrm>
          <a:prstGeom prst="rect">
            <a:avLst/>
          </a:prstGeom>
          <a:gradFill>
            <a:gsLst>
              <a:gs pos="0">
                <a:schemeClr val="accent2">
                  <a:alpha val="80000"/>
                </a:schemeClr>
              </a:gs>
              <a:gs pos="100000">
                <a:schemeClr val="accent2">
                  <a:lumMod val="50000"/>
                  <a:alpha val="8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73762619" name=""/>
          <p:cNvSpPr/>
          <p:nvPr/>
        </p:nvSpPr>
        <p:spPr bwMode="auto">
          <a:xfrm rot="5399942" flipH="0" flipV="0">
            <a:off x="4516272" y="4083093"/>
            <a:ext cx="201879" cy="4663145"/>
          </a:xfrm>
          <a:prstGeom prst="rect">
            <a:avLst/>
          </a:prstGeom>
          <a:gradFill>
            <a:gsLst>
              <a:gs pos="50000">
                <a:schemeClr val="accent4">
                  <a:lumMod val="75000"/>
                  <a:alpha val="80000"/>
                </a:schemeClr>
              </a:gs>
              <a:gs pos="100000">
                <a:schemeClr val="accent2">
                  <a:alpha val="80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991678268" name=""/>
          <p:cNvSpPr/>
          <p:nvPr/>
        </p:nvSpPr>
        <p:spPr bwMode="auto">
          <a:xfrm rot="5399942" flipH="0" flipV="0">
            <a:off x="665760" y="473328"/>
            <a:ext cx="162223" cy="185634"/>
          </a:xfrm>
          <a:prstGeom prst="triangle">
            <a:avLst>
              <a:gd name="adj" fmla="val 50000"/>
            </a:avLst>
          </a:prstGeom>
          <a:noFill/>
          <a:ln w="38099" cap="flat" cmpd="sng" algn="ctr">
            <a:solidFill>
              <a:schemeClr val="accent4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8195282" name=""/>
          <p:cNvSpPr/>
          <p:nvPr/>
        </p:nvSpPr>
        <p:spPr bwMode="auto">
          <a:xfrm rot="5399942" flipH="1" flipV="1">
            <a:off x="665760" y="959760"/>
            <a:ext cx="162223" cy="185634"/>
          </a:xfrm>
          <a:prstGeom prst="triangle">
            <a:avLst>
              <a:gd name="adj" fmla="val 50000"/>
            </a:avLst>
          </a:prstGeom>
          <a:noFill/>
          <a:ln w="38099" cap="flat" cmpd="sng" algn="ctr">
            <a:solidFill>
              <a:schemeClr val="bg1">
                <a:lumMod val="9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4599022" name=""/>
          <p:cNvSpPr/>
          <p:nvPr/>
        </p:nvSpPr>
        <p:spPr bwMode="auto">
          <a:xfrm rot="5399942" flipH="0" flipV="0">
            <a:off x="11479452" y="6093190"/>
            <a:ext cx="440977" cy="440977"/>
          </a:xfrm>
          <a:prstGeom prst="plus">
            <a:avLst>
              <a:gd name="adj" fmla="val 40740"/>
            </a:avLst>
          </a:prstGeom>
          <a:gradFill>
            <a:gsLst>
              <a:gs pos="37000">
                <a:schemeClr val="accent4">
                  <a:lumMod val="75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21789130" name=""/>
          <p:cNvSpPr/>
          <p:nvPr/>
        </p:nvSpPr>
        <p:spPr bwMode="auto">
          <a:xfrm flipH="0" flipV="0">
            <a:off x="11623185" y="186240"/>
            <a:ext cx="297237" cy="1165341"/>
          </a:xfrm>
          <a:prstGeom prst="rect">
            <a:avLst/>
          </a:prstGeom>
          <a:gradFill>
            <a:gsLst>
              <a:gs pos="54000">
                <a:schemeClr val="accent4">
                  <a:lumMod val="75000"/>
                  <a:alpha val="80000"/>
                </a:schemeClr>
              </a:gs>
              <a:gs pos="100000">
                <a:schemeClr val="accent2">
                  <a:alpha val="8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312456" name=""/>
          <p:cNvSpPr/>
          <p:nvPr/>
        </p:nvSpPr>
        <p:spPr bwMode="auto">
          <a:xfrm flipH="0" flipV="0">
            <a:off x="8441098" y="1776312"/>
            <a:ext cx="3309897" cy="2292945"/>
          </a:xfrm>
          <a:prstGeom prst="rect">
            <a:avLst/>
          </a:prstGeom>
          <a:gradFill>
            <a:gsLst>
              <a:gs pos="33000">
                <a:schemeClr val="accent4">
                  <a:lumMod val="75000"/>
                  <a:alpha val="80000"/>
                </a:schemeClr>
              </a:gs>
              <a:gs pos="97000">
                <a:schemeClr val="accent4">
                  <a:lumMod val="75000"/>
                  <a:alpha val="8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33817020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rcRect l="0" t="1225" r="0" b="0"/>
          <a:stretch/>
        </p:blipFill>
        <p:spPr bwMode="auto">
          <a:xfrm flipH="0" flipV="0">
            <a:off x="0" y="10580"/>
            <a:ext cx="12191996" cy="6824521"/>
          </a:xfrm>
          <a:prstGeom prst="rect">
            <a:avLst/>
          </a:prstGeom>
        </p:spPr>
      </p:pic>
      <p:sp>
        <p:nvSpPr>
          <p:cNvPr id="90238775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348039" y="365122"/>
            <a:ext cx="10005756" cy="1325561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9316005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52850694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69337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pic>
        <p:nvPicPr>
          <p:cNvPr id="664531158" name=""/>
          <p:cNvPicPr>
            <a:picLocks noChangeAspect="1"/>
          </p:cNvPicPr>
          <p:nvPr/>
        </p:nvPicPr>
        <p:blipFill rotWithShape="1">
          <a:blip r:embed="rId3"/>
          <a:srcRect l="0" t="0" r="0" b="1909"/>
          <a:stretch/>
        </p:blipFill>
        <p:spPr bwMode="auto">
          <a:xfrm flipH="0" flipV="0">
            <a:off x="6540836" y="2247898"/>
            <a:ext cx="4393859" cy="2933698"/>
          </a:xfrm>
          <a:prstGeom prst="rect">
            <a:avLst/>
          </a:prstGeom>
        </p:spPr>
      </p:pic>
      <p:sp>
        <p:nvSpPr>
          <p:cNvPr id="1922240617" name=""/>
          <p:cNvSpPr/>
          <p:nvPr/>
        </p:nvSpPr>
        <p:spPr bwMode="auto">
          <a:xfrm rot="5399942" flipH="0" flipV="0">
            <a:off x="5812030" y="692191"/>
            <a:ext cx="201879" cy="4663144"/>
          </a:xfrm>
          <a:prstGeom prst="rect">
            <a:avLst/>
          </a:prstGeom>
          <a:gradFill>
            <a:gsLst>
              <a:gs pos="50000">
                <a:schemeClr val="accent4">
                  <a:lumMod val="75000"/>
                  <a:alpha val="80000"/>
                </a:schemeClr>
              </a:gs>
              <a:gs pos="100000">
                <a:schemeClr val="accent2">
                  <a:alpha val="80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104312" name=""/>
          <p:cNvSpPr/>
          <p:nvPr/>
        </p:nvSpPr>
        <p:spPr bwMode="auto">
          <a:xfrm rot="5399942" flipH="0" flipV="0">
            <a:off x="3881850" y="1298020"/>
            <a:ext cx="125172" cy="5192793"/>
          </a:xfrm>
          <a:prstGeom prst="rect">
            <a:avLst/>
          </a:prstGeom>
          <a:gradFill>
            <a:gsLst>
              <a:gs pos="7000">
                <a:schemeClr val="accent2">
                  <a:alpha val="80000"/>
                </a:schemeClr>
              </a:gs>
              <a:gs pos="86000">
                <a:schemeClr val="accent4">
                  <a:lumMod val="75000"/>
                  <a:alpha val="80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17891618" name=""/>
          <p:cNvSpPr/>
          <p:nvPr/>
        </p:nvSpPr>
        <p:spPr bwMode="auto">
          <a:xfrm rot="0" flipH="0" flipV="0">
            <a:off x="5126398" y="1926504"/>
            <a:ext cx="5600698" cy="3576488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94901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57183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348042" y="457198"/>
            <a:ext cx="4085404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4678584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662048" y="457200"/>
            <a:ext cx="5693336" cy="5403848"/>
          </a:xfrm>
        </p:spPr>
        <p:txBody>
          <a:bodyPr/>
          <a:lstStyle>
            <a:lvl1pPr>
              <a:buFont typeface="Wingdings"/>
              <a:buNone/>
              <a:defRPr sz="3200"/>
            </a:lvl1pPr>
            <a:lvl2pPr>
              <a:buFont typeface="Wingdings"/>
              <a:buNone/>
              <a:defRPr sz="2800"/>
            </a:lvl2pPr>
            <a:lvl3pPr>
              <a:buFont typeface="Wingdings"/>
              <a:buNone/>
              <a:defRPr sz="2400"/>
            </a:lvl3pPr>
            <a:lvl4pPr>
              <a:buFont typeface="Wingdings"/>
              <a:buNone/>
              <a:defRPr sz="2000"/>
            </a:lvl4pPr>
            <a:lvl5pPr>
              <a:buFont typeface="Wingdings"/>
              <a:buNone/>
              <a:defRPr sz="2000"/>
            </a:lvl5pPr>
            <a:lvl6pPr>
              <a:buFont typeface="Wingdings"/>
              <a:buNone/>
              <a:defRPr sz="2000"/>
            </a:lvl6pPr>
            <a:lvl7pPr>
              <a:buFont typeface="Wingdings"/>
              <a:buNone/>
              <a:defRPr sz="2000"/>
            </a:lvl7pPr>
            <a:lvl8pPr>
              <a:buFont typeface="Wingdings"/>
              <a:buNone/>
              <a:defRPr sz="2000"/>
            </a:lvl8pPr>
            <a:lvl9pPr>
              <a:buFont typeface="Wingdings"/>
              <a:buNone/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15969997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1348042" y="2057400"/>
            <a:ext cx="4085404" cy="38115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6380537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5870011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8375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24240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06077463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145115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1359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4431415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0379982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60980750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73071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64497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0658347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9" y="365124"/>
            <a:ext cx="7734299" cy="5811837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541956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2103506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95289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>
            <a:lumMod val="7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170961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9" y="365124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568627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9" y="182562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None/>
              <a:defRPr sz="22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400"/>
            </a:lvl5pPr>
            <a:lvl6pPr>
              <a:buNone/>
              <a:defRPr sz="2200"/>
            </a:lvl6pPr>
            <a:lvl7pPr>
              <a:buNone/>
              <a:defRPr sz="2200"/>
            </a:lvl7pPr>
            <a:lvl8pPr>
              <a:buNone/>
              <a:defRPr sz="2200"/>
            </a:lvl8pPr>
            <a:lvl9pPr>
              <a:buNone/>
              <a:defRPr sz="22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5052550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34291451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773688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estudo-ocupacao-salas.streamlit.app/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868979" name="Titl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sz="2400" b="0" i="0" u="none">
                <a:solidFill>
                  <a:srgbClr val="333333"/>
                </a:solidFill>
                <a:latin typeface="Arial"/>
                <a:ea typeface="Arial"/>
                <a:cs typeface="Arial"/>
              </a:rPr>
              <a:t>REORGANIZAÇÃO DE HORÁRIOS E USO DE SALAS </a:t>
            </a:r>
            <a:br>
              <a:rPr sz="2400" b="0" i="0" u="none">
                <a:solidFill>
                  <a:srgbClr val="333333"/>
                </a:solidFill>
                <a:latin typeface="Arial"/>
                <a:ea typeface="Arial"/>
                <a:cs typeface="Arial"/>
              </a:rPr>
            </a:br>
            <a:r>
              <a:rPr sz="2400" b="0" i="0" u="none">
                <a:solidFill>
                  <a:srgbClr val="333333"/>
                </a:solidFill>
                <a:latin typeface="Arial"/>
                <a:ea typeface="Arial"/>
                <a:cs typeface="Arial"/>
              </a:rPr>
              <a:t>PELAS DISCIPLINAS DE GRADUAÇÃO </a:t>
            </a:r>
            <a:br>
              <a:rPr sz="2400" b="0" i="0" u="none">
                <a:solidFill>
                  <a:srgbClr val="333333"/>
                </a:solidFill>
                <a:latin typeface="Arial"/>
                <a:ea typeface="Arial"/>
                <a:cs typeface="Arial"/>
              </a:rPr>
            </a:br>
            <a:r>
              <a:rPr sz="2400" b="0" i="0" u="none">
                <a:solidFill>
                  <a:srgbClr val="333333"/>
                </a:solidFill>
                <a:latin typeface="Arial"/>
                <a:ea typeface="Arial"/>
                <a:cs typeface="Arial"/>
              </a:rPr>
              <a:t>NO PRÉDIO DA FAUD</a:t>
            </a:r>
            <a:endParaRPr lang="en-US"/>
          </a:p>
        </p:txBody>
      </p:sp>
      <p:sp>
        <p:nvSpPr>
          <p:cNvPr id="162759103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Sérgio Leandro dos Santos</a:t>
            </a:r>
            <a:endParaRPr lang="en-US"/>
          </a:p>
          <a:p>
            <a:pPr>
              <a:defRPr/>
            </a:pPr>
            <a:r>
              <a:rPr sz="1600" u="sng">
                <a:solidFill>
                  <a:schemeClr val="hlink"/>
                </a:solidFill>
                <a:hlinkClick r:id="rId3" tooltip=""/>
              </a:rPr>
              <a:t>https://estudo-ocupacao-salas.streamlit.app/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43121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4000">
                <a:schemeClr val="accent3">
                  <a:lumMod val="40000"/>
                  <a:lumOff val="60000"/>
                  <a:alpha val="60000"/>
                </a:schemeClr>
              </a:gs>
              <a:gs pos="74000">
                <a:schemeClr val="accent2">
                  <a:lumMod val="75000"/>
                  <a:alpha val="60000"/>
                </a:schemeClr>
              </a:gs>
            </a:gsLst>
            <a:lin ang="0" scaled="1"/>
          </a:gradFill>
        </p:spPr>
        <p:txBody>
          <a:bodyPr/>
          <a:lstStyle/>
          <a:p>
            <a:pPr>
              <a:defRPr/>
            </a:pPr>
            <a:r>
              <a:rPr/>
              <a:t>Problema</a:t>
            </a:r>
            <a:endParaRPr/>
          </a:p>
        </p:txBody>
      </p:sp>
      <p:sp>
        <p:nvSpPr>
          <p:cNvPr id="108936423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/>
              <a:t>Disciplinas de uma </a:t>
            </a:r>
            <a:r>
              <a:rPr b="1"/>
              <a:t>mesma etapa</a:t>
            </a:r>
            <a:r>
              <a:rPr/>
              <a:t> no curso </a:t>
            </a:r>
            <a:r>
              <a:rPr b="0"/>
              <a:t>não podem ter colisão</a:t>
            </a:r>
            <a:r>
              <a:rPr/>
              <a:t> de horario;</a:t>
            </a:r>
            <a:endParaRPr/>
          </a:p>
          <a:p>
            <a:pPr>
              <a:defRPr/>
            </a:pPr>
            <a:r>
              <a:rPr/>
              <a:t>Turmas de </a:t>
            </a:r>
            <a:r>
              <a:rPr b="1"/>
              <a:t>mesmo professor </a:t>
            </a:r>
            <a:r>
              <a:rPr b="0"/>
              <a:t>não podem ter colisão</a:t>
            </a:r>
            <a:r>
              <a:rPr/>
              <a:t> de horario;</a:t>
            </a:r>
            <a:endParaRPr/>
          </a:p>
          <a:p>
            <a:pPr>
              <a:defRPr/>
            </a:pPr>
            <a:r>
              <a:rPr/>
              <a:t>Capacidade da sala  x  vagas por turma;</a:t>
            </a:r>
            <a:endParaRPr/>
          </a:p>
          <a:p>
            <a:pPr>
              <a:defRPr/>
            </a:pPr>
            <a:r>
              <a:rPr/>
              <a:t>Natureza da sala (Atêlie,...)  x  Natureza da disciplina (desenho, teórica)</a:t>
            </a:r>
            <a:r>
              <a:rPr/>
              <a:t>;</a:t>
            </a:r>
            <a:endParaRPr/>
          </a:p>
          <a:p>
            <a:pPr>
              <a:defRPr/>
            </a:pPr>
            <a:r>
              <a:rPr/>
              <a:t>Evitar o horários das 12:30 às 13:30 em todas as salas;</a:t>
            </a:r>
            <a:endParaRPr/>
          </a:p>
          <a:p>
            <a:pPr>
              <a:defRPr/>
            </a:pPr>
            <a:r>
              <a:rPr/>
              <a:t>Minimizar o uso após às 21:30;</a:t>
            </a:r>
            <a:endParaRPr/>
          </a:p>
          <a:p>
            <a:pPr>
              <a:defRPr/>
            </a:pPr>
            <a:r>
              <a:rPr/>
              <a:t>Respeitar a distribuição semanal dos encontros (seg/qua/sex; seg/ter/qui)</a:t>
            </a:r>
            <a:r>
              <a:rPr/>
              <a:t>;</a:t>
            </a:r>
            <a:endParaRPr/>
          </a:p>
          <a:p>
            <a:pPr>
              <a:defRPr/>
            </a:pPr>
            <a:r>
              <a:rPr/>
              <a:t>Se possivel, manter a turma na mesma sala ao longo da semana;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2800" b="1"/>
              <a:t>Manter um turno livre para os cursos.</a:t>
            </a:r>
            <a:r>
              <a:rPr sz="2800" b="1"/>
              <a:t>?!?!?!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C000">
            <a:alpha val="20000"/>
          </a:srgb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25241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348042" y="354852"/>
            <a:ext cx="10005754" cy="66301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/>
              <a:t>Tem sido feito assim!</a:t>
            </a:r>
            <a:endParaRPr/>
          </a:p>
        </p:txBody>
      </p:sp>
      <p:pic>
        <p:nvPicPr>
          <p:cNvPr id="80688162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48042" y="1017867"/>
            <a:ext cx="10005754" cy="5582116"/>
          </a:xfrm>
          <a:prstGeom prst="rect">
            <a:avLst/>
          </a:prstGeom>
        </p:spPr>
      </p:pic>
      <p:sp>
        <p:nvSpPr>
          <p:cNvPr id="716203044" name=""/>
          <p:cNvSpPr/>
          <p:nvPr/>
        </p:nvSpPr>
        <p:spPr bwMode="auto">
          <a:xfrm rot="0" flipH="0" flipV="0">
            <a:off x="1840588" y="1568823"/>
            <a:ext cx="1736911" cy="709705"/>
          </a:xfrm>
          <a:prstGeom prst="rect">
            <a:avLst/>
          </a:prstGeom>
          <a:solidFill>
            <a:srgbClr val="00B0F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3118983" name=""/>
          <p:cNvSpPr/>
          <p:nvPr/>
        </p:nvSpPr>
        <p:spPr bwMode="auto">
          <a:xfrm rot="0" flipH="0" flipV="0">
            <a:off x="5541517" y="1568823"/>
            <a:ext cx="1783602" cy="709704"/>
          </a:xfrm>
          <a:prstGeom prst="rect">
            <a:avLst/>
          </a:prstGeom>
          <a:solidFill>
            <a:srgbClr val="00B0F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6285700" name=""/>
          <p:cNvSpPr/>
          <p:nvPr/>
        </p:nvSpPr>
        <p:spPr bwMode="auto">
          <a:xfrm rot="0" flipH="0" flipV="0">
            <a:off x="1840588" y="2278529"/>
            <a:ext cx="1736910" cy="765735"/>
          </a:xfrm>
          <a:prstGeom prst="rect">
            <a:avLst/>
          </a:prstGeom>
          <a:solidFill>
            <a:srgbClr val="00B05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8640964" name=""/>
          <p:cNvSpPr/>
          <p:nvPr/>
        </p:nvSpPr>
        <p:spPr bwMode="auto">
          <a:xfrm rot="0" flipH="0" flipV="0">
            <a:off x="5541517" y="2278529"/>
            <a:ext cx="1783602" cy="765734"/>
          </a:xfrm>
          <a:prstGeom prst="rect">
            <a:avLst/>
          </a:prstGeom>
          <a:solidFill>
            <a:srgbClr val="00B05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85920248" name=""/>
          <p:cNvSpPr/>
          <p:nvPr/>
        </p:nvSpPr>
        <p:spPr bwMode="auto">
          <a:xfrm rot="0" flipH="0" flipV="0">
            <a:off x="3577500" y="2278528"/>
            <a:ext cx="1940671" cy="737721"/>
          </a:xfrm>
          <a:prstGeom prst="rect">
            <a:avLst/>
          </a:prstGeom>
          <a:solidFill>
            <a:srgbClr val="00B0F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68607992" name=""/>
          <p:cNvSpPr/>
          <p:nvPr/>
        </p:nvSpPr>
        <p:spPr bwMode="auto">
          <a:xfrm rot="0" flipH="0" flipV="0">
            <a:off x="7325120" y="1951691"/>
            <a:ext cx="1930026" cy="1064557"/>
          </a:xfrm>
          <a:prstGeom prst="rect">
            <a:avLst/>
          </a:prstGeom>
          <a:solidFill>
            <a:srgbClr val="FFC00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6334536" name=""/>
          <p:cNvSpPr/>
          <p:nvPr/>
        </p:nvSpPr>
        <p:spPr bwMode="auto">
          <a:xfrm rot="0" flipH="0" flipV="0">
            <a:off x="9255146" y="1951691"/>
            <a:ext cx="1512793" cy="1064557"/>
          </a:xfrm>
          <a:prstGeom prst="rect">
            <a:avLst/>
          </a:prstGeom>
          <a:solidFill>
            <a:srgbClr val="FFC00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2893114" name=""/>
          <p:cNvSpPr/>
          <p:nvPr/>
        </p:nvSpPr>
        <p:spPr bwMode="auto">
          <a:xfrm rot="0" flipH="0" flipV="0">
            <a:off x="9255146" y="3343088"/>
            <a:ext cx="1512793" cy="998116"/>
          </a:xfrm>
          <a:prstGeom prst="rect">
            <a:avLst/>
          </a:prstGeom>
          <a:solidFill>
            <a:srgbClr val="FFC00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93983927" name=""/>
          <p:cNvSpPr/>
          <p:nvPr/>
        </p:nvSpPr>
        <p:spPr bwMode="auto">
          <a:xfrm rot="0" flipH="0" flipV="0">
            <a:off x="7325120" y="4902573"/>
            <a:ext cx="1930025" cy="946148"/>
          </a:xfrm>
          <a:prstGeom prst="rect">
            <a:avLst/>
          </a:prstGeom>
          <a:solidFill>
            <a:srgbClr val="FFC00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8230633" name=""/>
          <p:cNvSpPr/>
          <p:nvPr/>
        </p:nvSpPr>
        <p:spPr bwMode="auto">
          <a:xfrm rot="0" flipH="0" flipV="0">
            <a:off x="5547493" y="3996764"/>
            <a:ext cx="1777626" cy="647325"/>
          </a:xfrm>
          <a:prstGeom prst="rect">
            <a:avLst/>
          </a:prstGeom>
          <a:solidFill>
            <a:srgbClr val="FFC00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69496821" name=""/>
          <p:cNvSpPr/>
          <p:nvPr/>
        </p:nvSpPr>
        <p:spPr bwMode="auto">
          <a:xfrm rot="0" flipH="0" flipV="0">
            <a:off x="3521470" y="3996764"/>
            <a:ext cx="2020046" cy="647325"/>
          </a:xfrm>
          <a:prstGeom prst="rect">
            <a:avLst/>
          </a:prstGeom>
          <a:solidFill>
            <a:srgbClr val="00B0F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572000" name=""/>
          <p:cNvSpPr/>
          <p:nvPr/>
        </p:nvSpPr>
        <p:spPr bwMode="auto">
          <a:xfrm rot="0" flipH="0" flipV="0">
            <a:off x="7325120" y="3996764"/>
            <a:ext cx="1930026" cy="647325"/>
          </a:xfrm>
          <a:prstGeom prst="rect">
            <a:avLst/>
          </a:prstGeom>
          <a:solidFill>
            <a:srgbClr val="00B0F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5973285" name=""/>
          <p:cNvSpPr/>
          <p:nvPr/>
        </p:nvSpPr>
        <p:spPr bwMode="auto">
          <a:xfrm rot="0" flipH="0" flipV="0">
            <a:off x="3521470" y="3343088"/>
            <a:ext cx="2020046" cy="653676"/>
          </a:xfrm>
          <a:prstGeom prst="rect">
            <a:avLst/>
          </a:prstGeom>
          <a:solidFill>
            <a:srgbClr val="00B05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3567021" name=""/>
          <p:cNvSpPr/>
          <p:nvPr/>
        </p:nvSpPr>
        <p:spPr bwMode="auto">
          <a:xfrm rot="0" flipH="0" flipV="0">
            <a:off x="7325120" y="3343088"/>
            <a:ext cx="1930026" cy="653676"/>
          </a:xfrm>
          <a:prstGeom prst="rect">
            <a:avLst/>
          </a:prstGeom>
          <a:solidFill>
            <a:srgbClr val="00B05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5504323" name=""/>
          <p:cNvSpPr/>
          <p:nvPr/>
        </p:nvSpPr>
        <p:spPr bwMode="auto">
          <a:xfrm rot="0" flipH="0" flipV="0">
            <a:off x="5518171" y="5201397"/>
            <a:ext cx="1783602" cy="927472"/>
          </a:xfrm>
          <a:prstGeom prst="rect">
            <a:avLst/>
          </a:prstGeom>
          <a:solidFill>
            <a:srgbClr val="00B05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3518217" name=""/>
          <p:cNvSpPr/>
          <p:nvPr/>
        </p:nvSpPr>
        <p:spPr bwMode="auto">
          <a:xfrm rot="0" flipH="0" flipV="0">
            <a:off x="1840588" y="5201397"/>
            <a:ext cx="1680882" cy="927472"/>
          </a:xfrm>
          <a:prstGeom prst="rect">
            <a:avLst/>
          </a:prstGeom>
          <a:solidFill>
            <a:srgbClr val="00B05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93174375" name=""/>
          <p:cNvSpPr/>
          <p:nvPr/>
        </p:nvSpPr>
        <p:spPr bwMode="auto">
          <a:xfrm rot="0" flipH="0" flipV="0">
            <a:off x="3521470" y="4902573"/>
            <a:ext cx="1996700" cy="1226296"/>
          </a:xfrm>
          <a:prstGeom prst="rect">
            <a:avLst/>
          </a:prstGeom>
          <a:solidFill>
            <a:srgbClr val="FFC00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75345540" name=""/>
          <p:cNvSpPr/>
          <p:nvPr/>
        </p:nvSpPr>
        <p:spPr bwMode="auto">
          <a:xfrm rot="0" flipH="0" flipV="0">
            <a:off x="5518171" y="4644090"/>
            <a:ext cx="1806948" cy="557306"/>
          </a:xfrm>
          <a:prstGeom prst="rect">
            <a:avLst/>
          </a:prstGeom>
          <a:solidFill>
            <a:srgbClr val="00B0F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9326750" name=""/>
          <p:cNvSpPr/>
          <p:nvPr/>
        </p:nvSpPr>
        <p:spPr bwMode="auto">
          <a:xfrm rot="0" flipH="0" flipV="0">
            <a:off x="670856" y="1882727"/>
            <a:ext cx="298823" cy="280145"/>
          </a:xfrm>
          <a:prstGeom prst="rect">
            <a:avLst/>
          </a:prstGeom>
          <a:solidFill>
            <a:schemeClr val="accent2">
              <a:lumMod val="75000"/>
              <a:alpha val="99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A</a:t>
            </a:r>
            <a:endParaRPr/>
          </a:p>
        </p:txBody>
      </p:sp>
      <p:sp>
        <p:nvSpPr>
          <p:cNvPr id="1595425816" name=""/>
          <p:cNvSpPr/>
          <p:nvPr/>
        </p:nvSpPr>
        <p:spPr bwMode="auto">
          <a:xfrm rot="0" flipH="0" flipV="0">
            <a:off x="670856" y="2298280"/>
            <a:ext cx="298822" cy="280145"/>
          </a:xfrm>
          <a:prstGeom prst="rect">
            <a:avLst/>
          </a:prstGeom>
          <a:solidFill>
            <a:srgbClr val="0070C0">
              <a:alpha val="9999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P</a:t>
            </a:r>
            <a:endParaRPr/>
          </a:p>
        </p:txBody>
      </p:sp>
      <p:sp>
        <p:nvSpPr>
          <p:cNvPr id="1186044977" name=""/>
          <p:cNvSpPr/>
          <p:nvPr/>
        </p:nvSpPr>
        <p:spPr bwMode="auto">
          <a:xfrm rot="0" flipH="0" flipV="0">
            <a:off x="670856" y="2764118"/>
            <a:ext cx="298822" cy="280145"/>
          </a:xfrm>
          <a:prstGeom prst="rect">
            <a:avLst/>
          </a:prstGeom>
          <a:solidFill>
            <a:srgbClr val="00B050">
              <a:alpha val="9999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V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C000">
            <a:alpha val="20000"/>
          </a:srgb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206686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348042" y="354852"/>
            <a:ext cx="10005754" cy="66301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/>
              <a:t>Ideal!</a:t>
            </a:r>
            <a:endParaRPr/>
          </a:p>
        </p:txBody>
      </p:sp>
      <p:pic>
        <p:nvPicPr>
          <p:cNvPr id="195955688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48042" y="1017867"/>
            <a:ext cx="10005754" cy="5582116"/>
          </a:xfrm>
          <a:prstGeom prst="rect">
            <a:avLst/>
          </a:prstGeom>
        </p:spPr>
      </p:pic>
      <p:sp>
        <p:nvSpPr>
          <p:cNvPr id="1197113998" name=""/>
          <p:cNvSpPr/>
          <p:nvPr/>
        </p:nvSpPr>
        <p:spPr bwMode="auto">
          <a:xfrm rot="0" flipH="0" flipV="0">
            <a:off x="1840588" y="1568823"/>
            <a:ext cx="1736911" cy="709705"/>
          </a:xfrm>
          <a:prstGeom prst="rect">
            <a:avLst/>
          </a:prstGeom>
          <a:solidFill>
            <a:srgbClr val="FFC00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6698416" name=""/>
          <p:cNvSpPr/>
          <p:nvPr/>
        </p:nvSpPr>
        <p:spPr bwMode="auto">
          <a:xfrm rot="0" flipH="0" flipV="0">
            <a:off x="5513502" y="1568823"/>
            <a:ext cx="1783602" cy="709704"/>
          </a:xfrm>
          <a:prstGeom prst="rect">
            <a:avLst/>
          </a:prstGeom>
          <a:solidFill>
            <a:srgbClr val="FFC00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494578" name=""/>
          <p:cNvSpPr/>
          <p:nvPr/>
        </p:nvSpPr>
        <p:spPr bwMode="auto">
          <a:xfrm rot="0" flipH="0" flipV="0">
            <a:off x="1840588" y="2278529"/>
            <a:ext cx="1736910" cy="765735"/>
          </a:xfrm>
          <a:prstGeom prst="rect">
            <a:avLst/>
          </a:prstGeom>
          <a:solidFill>
            <a:srgbClr val="FFC00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0359194" name=""/>
          <p:cNvSpPr/>
          <p:nvPr/>
        </p:nvSpPr>
        <p:spPr bwMode="auto">
          <a:xfrm rot="0" flipH="0" flipV="0">
            <a:off x="5513502" y="2278529"/>
            <a:ext cx="1783602" cy="765734"/>
          </a:xfrm>
          <a:prstGeom prst="rect">
            <a:avLst/>
          </a:prstGeom>
          <a:solidFill>
            <a:srgbClr val="FFC00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9101949" name=""/>
          <p:cNvSpPr/>
          <p:nvPr/>
        </p:nvSpPr>
        <p:spPr bwMode="auto">
          <a:xfrm rot="0" flipH="0" flipV="0">
            <a:off x="3549485" y="2278528"/>
            <a:ext cx="1940671" cy="737721"/>
          </a:xfrm>
          <a:prstGeom prst="rect">
            <a:avLst/>
          </a:prstGeom>
          <a:solidFill>
            <a:srgbClr val="FFC00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5177590" name=""/>
          <p:cNvSpPr/>
          <p:nvPr/>
        </p:nvSpPr>
        <p:spPr bwMode="auto">
          <a:xfrm rot="0" flipH="0" flipV="0">
            <a:off x="7325120" y="1951691"/>
            <a:ext cx="1930026" cy="1064557"/>
          </a:xfrm>
          <a:prstGeom prst="rect">
            <a:avLst/>
          </a:prstGeom>
          <a:solidFill>
            <a:srgbClr val="FFC00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30693780" name=""/>
          <p:cNvSpPr/>
          <p:nvPr/>
        </p:nvSpPr>
        <p:spPr bwMode="auto">
          <a:xfrm rot="0" flipH="0" flipV="0">
            <a:off x="9255146" y="1951691"/>
            <a:ext cx="1512793" cy="1064557"/>
          </a:xfrm>
          <a:prstGeom prst="rect">
            <a:avLst/>
          </a:prstGeom>
          <a:solidFill>
            <a:srgbClr val="FFC00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3597429" name=""/>
          <p:cNvSpPr/>
          <p:nvPr/>
        </p:nvSpPr>
        <p:spPr bwMode="auto">
          <a:xfrm rot="0" flipH="0" flipV="0">
            <a:off x="9255146" y="3343088"/>
            <a:ext cx="1512793" cy="998116"/>
          </a:xfrm>
          <a:prstGeom prst="rect">
            <a:avLst/>
          </a:prstGeom>
          <a:solidFill>
            <a:srgbClr val="00B0F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7462016" name=""/>
          <p:cNvSpPr/>
          <p:nvPr/>
        </p:nvSpPr>
        <p:spPr bwMode="auto">
          <a:xfrm rot="0" flipH="0" flipV="0">
            <a:off x="5547493" y="3996764"/>
            <a:ext cx="1777626" cy="647325"/>
          </a:xfrm>
          <a:prstGeom prst="rect">
            <a:avLst/>
          </a:prstGeom>
          <a:solidFill>
            <a:srgbClr val="00B05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67562607" name=""/>
          <p:cNvSpPr/>
          <p:nvPr/>
        </p:nvSpPr>
        <p:spPr bwMode="auto">
          <a:xfrm rot="0" flipH="0" flipV="0">
            <a:off x="3521470" y="3996764"/>
            <a:ext cx="2020046" cy="647325"/>
          </a:xfrm>
          <a:prstGeom prst="rect">
            <a:avLst/>
          </a:prstGeom>
          <a:solidFill>
            <a:srgbClr val="00B0F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6764489" name=""/>
          <p:cNvSpPr/>
          <p:nvPr/>
        </p:nvSpPr>
        <p:spPr bwMode="auto">
          <a:xfrm rot="0" flipH="0" flipV="0">
            <a:off x="7325120" y="3996764"/>
            <a:ext cx="1930026" cy="647325"/>
          </a:xfrm>
          <a:prstGeom prst="rect">
            <a:avLst/>
          </a:prstGeom>
          <a:solidFill>
            <a:srgbClr val="00B0F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39608664" name=""/>
          <p:cNvSpPr/>
          <p:nvPr/>
        </p:nvSpPr>
        <p:spPr bwMode="auto">
          <a:xfrm rot="0" flipH="0" flipV="0">
            <a:off x="5518171" y="4921249"/>
            <a:ext cx="1783602" cy="927472"/>
          </a:xfrm>
          <a:prstGeom prst="rect">
            <a:avLst/>
          </a:prstGeom>
          <a:solidFill>
            <a:srgbClr val="00B05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05590928" name=""/>
          <p:cNvSpPr/>
          <p:nvPr/>
        </p:nvSpPr>
        <p:spPr bwMode="auto">
          <a:xfrm rot="0" flipH="0" flipV="0">
            <a:off x="1840588" y="4902573"/>
            <a:ext cx="1680882" cy="927472"/>
          </a:xfrm>
          <a:prstGeom prst="rect">
            <a:avLst/>
          </a:prstGeom>
          <a:solidFill>
            <a:srgbClr val="00B05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91489082" name=""/>
          <p:cNvSpPr/>
          <p:nvPr/>
        </p:nvSpPr>
        <p:spPr bwMode="auto">
          <a:xfrm rot="0" flipH="0" flipV="0">
            <a:off x="3521470" y="4902573"/>
            <a:ext cx="1996700" cy="967812"/>
          </a:xfrm>
          <a:prstGeom prst="rect">
            <a:avLst/>
          </a:prstGeom>
          <a:solidFill>
            <a:srgbClr val="FFC00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25896776" name=""/>
          <p:cNvSpPr/>
          <p:nvPr/>
        </p:nvSpPr>
        <p:spPr bwMode="auto">
          <a:xfrm rot="0" flipH="0" flipV="0">
            <a:off x="670856" y="2203824"/>
            <a:ext cx="298823" cy="280145"/>
          </a:xfrm>
          <a:prstGeom prst="rect">
            <a:avLst/>
          </a:prstGeom>
          <a:solidFill>
            <a:schemeClr val="accent2">
              <a:lumMod val="75000"/>
              <a:alpha val="99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A</a:t>
            </a:r>
            <a:endParaRPr/>
          </a:p>
        </p:txBody>
      </p:sp>
      <p:sp>
        <p:nvSpPr>
          <p:cNvPr id="761412519" name=""/>
          <p:cNvSpPr/>
          <p:nvPr/>
        </p:nvSpPr>
        <p:spPr bwMode="auto">
          <a:xfrm rot="0" flipH="0" flipV="0">
            <a:off x="773577" y="3996764"/>
            <a:ext cx="298822" cy="280145"/>
          </a:xfrm>
          <a:prstGeom prst="rect">
            <a:avLst/>
          </a:prstGeom>
          <a:solidFill>
            <a:srgbClr val="0070C0">
              <a:alpha val="9999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P</a:t>
            </a:r>
            <a:endParaRPr/>
          </a:p>
        </p:txBody>
      </p:sp>
      <p:sp>
        <p:nvSpPr>
          <p:cNvPr id="1164909281" name=""/>
          <p:cNvSpPr/>
          <p:nvPr/>
        </p:nvSpPr>
        <p:spPr bwMode="auto">
          <a:xfrm rot="0" flipH="0" flipV="0">
            <a:off x="372033" y="3996764"/>
            <a:ext cx="298822" cy="280145"/>
          </a:xfrm>
          <a:prstGeom prst="rect">
            <a:avLst/>
          </a:prstGeom>
          <a:solidFill>
            <a:srgbClr val="00B050">
              <a:alpha val="9999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V</a:t>
            </a:r>
            <a:endParaRPr/>
          </a:p>
        </p:txBody>
      </p:sp>
      <p:sp>
        <p:nvSpPr>
          <p:cNvPr id="492785420" name=""/>
          <p:cNvSpPr/>
          <p:nvPr/>
        </p:nvSpPr>
        <p:spPr bwMode="auto">
          <a:xfrm rot="0" flipH="0" flipV="0">
            <a:off x="5538529" y="3034926"/>
            <a:ext cx="1774264" cy="3174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24904449" name=""/>
          <p:cNvSpPr/>
          <p:nvPr/>
        </p:nvSpPr>
        <p:spPr bwMode="auto">
          <a:xfrm rot="0" flipH="0" flipV="0">
            <a:off x="5513502" y="3352426"/>
            <a:ext cx="1811617" cy="373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89522409" name=""/>
          <p:cNvSpPr/>
          <p:nvPr/>
        </p:nvSpPr>
        <p:spPr bwMode="auto">
          <a:xfrm rot="0" flipH="0" flipV="0">
            <a:off x="3521470" y="3343088"/>
            <a:ext cx="2020046" cy="653676"/>
          </a:xfrm>
          <a:prstGeom prst="rect">
            <a:avLst/>
          </a:prstGeom>
          <a:solidFill>
            <a:srgbClr val="00B05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84299609" name=""/>
          <p:cNvSpPr/>
          <p:nvPr/>
        </p:nvSpPr>
        <p:spPr bwMode="auto">
          <a:xfrm rot="0" flipH="0" flipV="0">
            <a:off x="7325120" y="3343088"/>
            <a:ext cx="1930026" cy="653676"/>
          </a:xfrm>
          <a:prstGeom prst="rect">
            <a:avLst/>
          </a:prstGeom>
          <a:solidFill>
            <a:srgbClr val="00B05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2952168" name=""/>
          <p:cNvSpPr/>
          <p:nvPr/>
        </p:nvSpPr>
        <p:spPr bwMode="auto">
          <a:xfrm rot="0" flipH="0" flipV="0">
            <a:off x="5504164" y="4644090"/>
            <a:ext cx="1811616" cy="267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7686331" name=""/>
          <p:cNvSpPr/>
          <p:nvPr/>
        </p:nvSpPr>
        <p:spPr bwMode="auto">
          <a:xfrm rot="0" flipH="0" flipV="0">
            <a:off x="5504164" y="5830045"/>
            <a:ext cx="1811616" cy="2801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4706855" name=""/>
          <p:cNvSpPr/>
          <p:nvPr/>
        </p:nvSpPr>
        <p:spPr bwMode="auto">
          <a:xfrm rot="0" flipH="0" flipV="0">
            <a:off x="3549485" y="5830045"/>
            <a:ext cx="1940671" cy="2801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10502237" name=""/>
          <p:cNvSpPr/>
          <p:nvPr/>
        </p:nvSpPr>
        <p:spPr bwMode="auto">
          <a:xfrm rot="0" flipH="0" flipV="0">
            <a:off x="1803235" y="5830045"/>
            <a:ext cx="1746249" cy="2801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48654899" name=""/>
          <p:cNvSpPr/>
          <p:nvPr/>
        </p:nvSpPr>
        <p:spPr bwMode="auto">
          <a:xfrm rot="0" flipH="0" flipV="0">
            <a:off x="189937" y="3046132"/>
            <a:ext cx="1260661" cy="38286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849069" name=""/>
          <p:cNvSpPr/>
          <p:nvPr/>
        </p:nvSpPr>
        <p:spPr bwMode="auto">
          <a:xfrm rot="0" flipH="0" flipV="0">
            <a:off x="189937" y="5778686"/>
            <a:ext cx="1260660" cy="38286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2666696" name=""/>
          <p:cNvSpPr/>
          <p:nvPr/>
        </p:nvSpPr>
        <p:spPr bwMode="auto">
          <a:xfrm rot="0" flipH="0" flipV="0">
            <a:off x="876298" y="5226236"/>
            <a:ext cx="298822" cy="280145"/>
          </a:xfrm>
          <a:prstGeom prst="rect">
            <a:avLst/>
          </a:prstGeom>
          <a:solidFill>
            <a:srgbClr val="0070C0">
              <a:alpha val="9999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P</a:t>
            </a:r>
            <a:endParaRPr/>
          </a:p>
        </p:txBody>
      </p:sp>
      <p:sp>
        <p:nvSpPr>
          <p:cNvPr id="944642551" name=""/>
          <p:cNvSpPr/>
          <p:nvPr/>
        </p:nvSpPr>
        <p:spPr bwMode="auto">
          <a:xfrm rot="0" flipH="0" flipV="0">
            <a:off x="521445" y="5226236"/>
            <a:ext cx="298822" cy="280145"/>
          </a:xfrm>
          <a:prstGeom prst="rect">
            <a:avLst/>
          </a:prstGeom>
          <a:solidFill>
            <a:srgbClr val="00B050">
              <a:alpha val="9999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V</a:t>
            </a:r>
            <a:endParaRPr/>
          </a:p>
        </p:txBody>
      </p:sp>
      <p:sp>
        <p:nvSpPr>
          <p:cNvPr id="640763356" name=""/>
          <p:cNvSpPr/>
          <p:nvPr/>
        </p:nvSpPr>
        <p:spPr bwMode="auto">
          <a:xfrm rot="0" flipH="0" flipV="0">
            <a:off x="189937" y="5226236"/>
            <a:ext cx="298822" cy="280145"/>
          </a:xfrm>
          <a:prstGeom prst="rect">
            <a:avLst/>
          </a:prstGeom>
          <a:solidFill>
            <a:schemeClr val="accent2">
              <a:lumMod val="75000"/>
              <a:alpha val="99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186914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4000">
                <a:schemeClr val="accent3">
                  <a:lumMod val="40000"/>
                  <a:lumOff val="60000"/>
                  <a:alpha val="60000"/>
                </a:schemeClr>
              </a:gs>
              <a:gs pos="74000">
                <a:schemeClr val="accent2">
                  <a:lumMod val="75000"/>
                  <a:alpha val="60000"/>
                </a:schemeClr>
              </a:gs>
            </a:gsLst>
            <a:lin ang="0" scaled="1"/>
          </a:grad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74489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URBAN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2026-10-10T10:45:06Z</dcterms:modified>
</cp:coreProperties>
</file>